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大家好，今天跟大家分享我们做的飞书实时监听机器人方案。
先说一个数字对比：传统的轮询方案，消息延迟是 0 到 2 分钟；我们这个方案，延迟只有 1 到 3 秒。这个差距是怎么来的？核心是用 WebSocket 长连接替代了定时轮询。
但技术只是手段，真正的目标是——让 AI 替你回答常见问题，释放我的时间。我在九号公司负责海外售后 CRM 系统，每天要在企微、飞书、Teams、邮箱四个平台之间切换，消息量巨大。这个方案就是为了解决这个问题。
今天分享大概 20 分钟，分 5 个部分：背景痛点、方案价值、技术架构、实施成果、后续优化。有问题随时打断。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先说背景。我在九号公司负责海外售后 CRM 系统，日常工作要同时用 4 个通讯平台：企微（国内主力）、飞书（IT 试点）、Teams（欧洲团队）、邮箱（外部沟通）。
这带来三个核心痛点：
第一，消息遗漏。每天 200 多条消息，根本看不过来。有时候重要的消息被淹没在其他闲聊里，事后才发现。
第二，重复问答。同事经常问同样的问题："B2X 工单怎么推？""结算规则是什么？"这些问题其实都有文档，但大家懒得看，直接来问我。我每天花大量时间重复回答。
第三，知识分散。项目经验、业务规则散落在不同地方——有的在飞书文档，有的在邮箱，有的在我脑子里。换个人接手就要重新学一遍。
所以核心诉求很明确：构建一个统一信息平台 + 个人知识库 + AI Bot，让 AI 替我回答常见问题，释放我的时间。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这个方案的价值体现在三个维度。
第一，效率提升。AI 自动回答 80% 的常见问题，我每天能节省 1-2 小时。更重要的是响应时间——从 2 分钟降到 2 秒，用户体验完全不一样。
第二，知识沉淀。我把散落在各处的文档整理成知识库，放在本地 Obsidian + GitHub 私有仓库。数据 100% 个人所有，不绑定公司平台。即使换工作，知识库也能带走。
第三，可扩展性。这套架构不是只给飞书用的，同一套逻辑可以复制到企微、Teams、邮箱。我们叫它"一个大脑，五个触角"——统一大脑是知识库 + AI Bot，五个触角是五个通讯平台。
技术上，我们用 Dify 作为 AI 引擎，内网自建，飞书和企微 Bot 共用同一个应用。
接下来看技术架构。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技术架构分四层。
连接层：用飞书 SDK 的 WebSocket 长连接模式。这个方案的关键优势是——无需公网 IP，无超时限制，消息实时推送。对比传统的轮询方案，API 调用量从每天 720 次降到按需调用。
AI 层：用 Dify 作为 AI 引擎，内网自建。飞书和企微 Bot 共用同一个 Dify 应用，支持多轮对话。知识库来源是 Markdown 文档和业务 PDF/Office 文件。
数据层：知识库支持热重载。脚本监听文档文件变化，自动重新加载。文档更新后无需重启 Bot，即时生效。
安全层：邮件操作（IMAP/SMTP）仅对授权用户开放。通过 senderOpenId 白名单控制权限，非授权用户请求会被拒绝。
接下来看核心功能。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核心功能有三个。
第一，实时智能问答。用户在群里 @机器人 提问，1-3 秒内回复。支持多轮对话，30 分钟会话保持。机器人会先贴一个 ❤️ 表情表示已收到，然后引用原消息回复。这个体验很流畅，用户感觉像在跟一个真人对话。
第二，邮件操作。授权用户可以 @机器人 说"查最近 10 封邮件"、"搜索 xxx 的邮件"、"发邮件给 yyy"。机器人通过 IMAP/SMTP 执行。这个功能仅对授权用户开放，非授权用户请求会被拒绝。
第三，会话隔离 + 去重。按 senderOpenId:chatId 维护 conversation_id，不同聊天场景互不干扰。比如你在 A 群问的问题，不会影响到 B 群的对话上下文。同时用 Set 缓存最近 1000 条消息，防止重复处理。
接下来看实施成果。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实施成果看两个维度。
左边是性能对比。响应延迟从 0-2 分钟降到 1-3 秒，API 调用量从每天 720 次降到按需调用。最关键的是——不需要公网 IP，部署复杂度低，只需要一个常驻进程。
右边是已实现能力。飞书 Bot 实时监听、Dify Chat API 集成、知识库热重载、邮件操作、会话隔离 + 消息去重——这些都已经上线运行。
关键指标：总延迟 2-5 秒（包含 Dify 响应时间），知识库容量 36+ 文档，支持无限群聊扩展。
接下来看后续优化方向。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后续优化分三个阶段。
Phase 1（2-3 周）：知识库向量化 + 自动日报生成。现在知识库是全文匹配，向量化后能提升回答质量。自动日报是每天 17:30 推送当天工作汇总。
Phase 2（3-4 周）：企微 Bot 上线 + Teams Graph API 对接。企微 Bot 已经开发完成，用 WebSocket + Dify，支持流式回复。Teams 需要注册 Azure App，对接 Graph API。
Phase 3（持续）：欧洲团队英文 Bot + 跨时区智能提醒 + 知识自动沉淀。这个阶段的目的是让系统更智能，自动沉淀知识。
技术演进方向很清晰：Phase 1 提升回答质量，Phase 2 多平台统一，Phase 3 智能化升级。
最后是 Q&amp;A。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最后留几分钟答疑。我列了四个常见问题。
第一个，连接失败怎么办？检查 App Secret 是否正确，确保在飞书后台选择了"长连接"模式，不是 Webhook。
第二个，如何后台常驻运行？推荐用 pm2，一行命令搞定。
第三个，文档更新后需要重启吗？不需要。脚本监听文档文件变化，自动重新加载知识库。
第四个，这套方案能复用到其他团队吗？可以。核心是 Dify + WebSocket，换知识库和 App Secret 即可。我们企微 Bot 就是用同一套架构做的。
好，我今天就讲到这里。如果大家想看看代码，仓库地址在屏幕上：kevinli.github.io/Integration/feishu-bot。谢谢大家！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飞书实时监听机器人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+ Dify 技术方案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320040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传统轮询方案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0-2 分钟延迟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0" y="320040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0" y="33832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方案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3749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 秒响应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Kevin Li · 九号公司 · 海外售后 CRM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多平台沟通的三大痛点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FE5E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消息遗漏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重要消息被淹没在不同平台中，事后才发现。日均 200+ 条消息，根本看不过来。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重复问答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383280" y="21945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同事反复问同样的问题："B2X 工单怎么推？""结算规则是什么？"每天花大量时间重复回答。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0" y="1463040"/>
            <a:ext cx="2560320" cy="2286000"/>
          </a:xfrm>
          <a:prstGeom prst="roundRect">
            <a:avLst>
              <a:gd name="adj" fmla="val 4000"/>
            </a:avLst>
          </a:prstGeom>
          <a:solidFill>
            <a:srgbClr val="FFE8D5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6459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知识分散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26480" y="21945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项目经验、业务规则散落在不同地方，难以检索和复用。换个人接手就要重新学一遍。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核心诉求：构建统一信息平台 + 个人知识库 + AI Bot，让 AI 替我回答常见问题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方案价值：三个维度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5544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88720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自动回答 80% 的常见问题，每天节省 1-2 小时。响应时间从 2 分钟降到 2 秒。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知识沉淀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887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把散落在各处的文档整理成知识库，数据 100% 个人所有，不绑定公司平台，可迁移。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9319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931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8872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可扩展性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同一套架构可以复制到企微、Teams、邮箱。一个大脑，五个触角。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技术架构：WebSocket + Dify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E3F2F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连接层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长连接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飞书 SDK 的 WSClient 模式，无需公网 IP，无超时限制。消息实时推送，延迟 1-3 秒。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0175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E0F2F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AI 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Dify Chat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内网自建（http://10.232.5.5），支持多轮对话。知识库来源：Markdown 文档 + 业务 PDF/Office。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6304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FF3E0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数据层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10312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知识库热重载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监听文档文件变化，自动重新加载。无需重启 Bot，文档更新即时生效。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30175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FCE4EC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2004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安全层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937760" y="36576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授权白名单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邮件操作（IMAP/SMTP）仅对授权用户开放。按 senderOpenId 控制权限。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核心功能：三大能力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E3F2F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实时智能问答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群聊 @机器人 提问 → 1-3 秒内回复。支持多轮对话（30 分钟会话保持），引用原消息回复，贴 ❤️ 表情表示已收到。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E0F2F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834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邮件操作（授权白名单）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授权用户可请求：查邮件、搜索邮件、读第 N 封、发邮件。通过 IMAP/SMTP 执行，非授权用户自动拒绝。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3E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0233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会话隔离 + 去重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44805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 senderOpenId:chatId 维护 conversation_id，不同聊天场景互不干扰。Set 缓存最近 1000 条消息，防止重复处理。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实施成果：对比数据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性能对比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219456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响应延迟
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1-3 秒 vs 0-2 分钟
</a:t>
            </a:r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调用量
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按需调用 vs 720 次/天
</a:t>
            </a:r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公网 IP
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不需要
</a:t>
            </a:r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部署复杂度
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低（常驻进程）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463040"/>
            <a:ext cx="3931920" cy="2926080"/>
          </a:xfrm>
          <a:prstGeom prst="roundRect">
            <a:avLst>
              <a:gd name="adj" fmla="val 3125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645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已实现能力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219456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飞书 Bot 实时监听（WebSocket）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Dify Chat API 集成（多轮对话）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知识库热重载（Markdown + PDF）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邮件操作（IMAP/SMTP）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会话隔离 + 消息去重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70916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关键指标：总延迟 2-5 秒 · 知识库容量 36+ 文档 · 支持无限群聊扩展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后续优化：三阶段路线图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知识库向量化（让 AI 能搜索）+ 自动日报生成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98080" y="1645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2-3 周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E0F2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274320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企微 Bot 上线（WebSocket + Dify，流式回复）+ Teams Graph API 对接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9808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3-4 周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3E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840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371600" y="38404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欧洲团队英文 Bot + 跨时区智能提醒 + 知识自动沉淀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8080" y="38404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 · 常见问题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连接失败怎么办？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检查 App Secret 是否正确，确保在飞书后台选择了"长连接"模式（非 Webhook）。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46304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645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如何后台常驻运行？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21031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推荐用 pm2：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 start feishu-bot.js --name feishu-bot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017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文档更新后需要重启吗？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474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不需要。脚本监听文档文件变化，自动重新加载知识库。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83464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0175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Q: 这套方案能复用到其他团队吗？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3474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可以。核心是 Dify + WebSocket，换知识库和 App Secret 即可。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谢谢！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代码仓库：kevinli.github.io/Integration/feishu-bot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飞书实时监听机器人方案</dc:title>
  <dc:subject>WebSocket + Dify 技术方案</dc:subject>
  <dc:creator>Kevin Li</dc:creator>
  <cp:lastModifiedBy>Kevin Li</cp:lastModifiedBy>
  <cp:revision>1</cp:revision>
  <dcterms:created xsi:type="dcterms:W3CDTF">2026-09-20T03:32:15Z</dcterms:created>
  <dcterms:modified xsi:type="dcterms:W3CDTF">2026-09-20T03:32:15Z</dcterms:modified>
</cp:coreProperties>
</file>